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7" r:id="rId9"/>
    <p:sldId id="268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№1</a:t>
            </a:r>
            <a:br>
              <a:rPr lang="ru-RU" b="1" dirty="0"/>
            </a:br>
            <a:r>
              <a:rPr lang="ru-RU" sz="2700" b="1" dirty="0"/>
              <a:t>Администрирование локальных сетей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Установить инструмент моделирования конфигурации сети Cisco Packet </a:t>
            </a:r>
            <a:r>
              <a:rPr lang="ru-RU" dirty="0" err="1"/>
              <a:t>Tracer</a:t>
            </a:r>
            <a:r>
              <a:rPr lang="ru-RU" dirty="0"/>
              <a:t>, ознакомиться с его интерфейсом.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Установить на домашнем устройстве Cisco Packet </a:t>
            </a:r>
            <a:r>
              <a:rPr lang="ru-RU" dirty="0" err="1"/>
              <a:t>Tracer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Построить простейшую сеть в Cisco Packet </a:t>
            </a:r>
            <a:r>
              <a:rPr lang="ru-RU" dirty="0" err="1"/>
              <a:t>Tracer</a:t>
            </a:r>
            <a:r>
              <a:rPr lang="ru-RU" dirty="0"/>
              <a:t>, провести простейшую настройку оборудования.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снимок экрана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0AFC0A-0BC4-FFE8-615A-1F466946D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6376525" cy="3602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 №</a:t>
            </a:r>
            <a:r>
              <a:rPr lang="ru-RU" dirty="0"/>
              <a:t>2</a:t>
            </a:r>
            <a:endParaRPr lang="en-US" dirty="0"/>
          </a:p>
        </p:txBody>
      </p:sp>
      <p:pic>
        <p:nvPicPr>
          <p:cNvPr id="6" name="Picture" descr="Настройка статического IP-адреса на оконечном устройстве" title="fig:">
            <a:extLst>
              <a:ext uri="{FF2B5EF4-FFF2-40B4-BE49-F238E27FC236}">
                <a16:creationId xmlns:a16="http://schemas.microsoft.com/office/drawing/2014/main" id="{6CA6319F-7BB1-C88C-AD9B-83BC6EC71C5B}"/>
              </a:ext>
            </a:extLst>
          </p:cNvPr>
          <p:cNvPicPr/>
          <p:nvPr/>
        </p:nvPicPr>
        <p:blipFill rotWithShape="1">
          <a:blip r:embed="rId2"/>
          <a:srcRect t="6378" r="3" b="19043"/>
          <a:stretch>
            <a:fillRect/>
          </a:stretch>
        </p:blipFill>
        <p:spPr bwMode="auto">
          <a:xfrm>
            <a:off x="633999" y="1058779"/>
            <a:ext cx="6909801" cy="489570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4">
            <a:extLst>
              <a:ext uri="{FF2B5EF4-FFF2-40B4-BE49-F238E27FC236}">
                <a16:creationId xmlns:a16="http://schemas.microsoft.com/office/drawing/2014/main" id="{296A1359-1919-C7DC-472E-83C2C907C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 №</a:t>
            </a:r>
            <a:r>
              <a:rPr lang="ru-RU" dirty="0"/>
              <a:t>2</a:t>
            </a:r>
            <a:endParaRPr lang="en-US" dirty="0"/>
          </a:p>
        </p:txBody>
      </p:sp>
      <p:pic>
        <p:nvPicPr>
          <p:cNvPr id="6" name="Рисунок 5" descr="Изображение выглядит как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625B4D-B48D-2DCD-F89E-1F3E65917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9" r="18341" b="1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053DF-4F8B-1059-025D-1D425AAE9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 №</a:t>
            </a:r>
            <a:r>
              <a:rPr lang="ru-RU" dirty="0"/>
              <a:t>2</a:t>
            </a: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482C94-E254-9448-7DB7-C771CFBE0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0" r="3" b="6415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28551D-F774-335C-9BF9-1025EE842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6" name="Рисунок 5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214386-F070-B446-FB49-7B769436C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7" r="-2" b="3369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75062D-534A-B88C-BE82-AFCF95190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6" name="Рисунок 5" descr="Изображение выглядит как снимок экрана, диаграмма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94C9C3-F93E-754B-A9D6-1DA118C58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0" r="13532" b="2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44B51E-8196-246F-470B-C9D8E0086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6E7AF5-1C1C-1BBB-85BD-E29F33011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6" r="30352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4">
            <a:extLst>
              <a:ext uri="{FF2B5EF4-FFF2-40B4-BE49-F238E27FC236}">
                <a16:creationId xmlns:a16="http://schemas.microsoft.com/office/drawing/2014/main" id="{DC8CBA20-AC4A-D50E-0C79-03F06D07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84784-2CDB-AEEB-7684-85585439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4D3A2-4ABB-4F1D-A6A9-CEC87538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диаграмма, снимок экрана, линия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563C24-54EA-3B5F-C9AF-028F91E64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6" r="-1" b="11600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74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9629B-38F1-7312-FBC9-70E803CB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13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5">
            <a:extLst>
              <a:ext uri="{FF2B5EF4-FFF2-40B4-BE49-F238E27FC236}">
                <a16:creationId xmlns:a16="http://schemas.microsoft.com/office/drawing/2014/main" id="{34461041-8413-4023-ABA7-9E499B0AD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0C3C3-FA93-8AE8-7D6E-886A5B72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0D79AE-3F6F-27C0-5793-9DBE313C5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4713012" cy="3602736"/>
          </a:xfrm>
          <a:prstGeom prst="rect">
            <a:avLst/>
          </a:prstGeom>
          <a:noFill/>
        </p:spPr>
      </p:pic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F05BCF04-4702-43D0-BE8F-DBF6C2F65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9">
            <a:extLst>
              <a:ext uri="{FF2B5EF4-FFF2-40B4-BE49-F238E27FC236}">
                <a16:creationId xmlns:a16="http://schemas.microsoft.com/office/drawing/2014/main" id="{D841E764-4629-49E0-994A-6F92FEFB9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EF2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95635077-9890-4CC8-9792-28743EBFE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612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21F43-CE9E-DCA8-2182-B2CE7FD2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13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5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8F4D6-8E70-EC85-CE93-DD15380D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5DA844-F66E-4E7D-A08C-B45CFC65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7242" y="640081"/>
            <a:ext cx="5045731" cy="5054156"/>
          </a:xfrm>
          <a:prstGeom prst="rect">
            <a:avLst/>
          </a:prstGeom>
          <a:noFill/>
        </p:spPr>
      </p:pic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9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941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62C20-090A-E3AC-B8CE-E2CC26A0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1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5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03C6F-7079-CA0B-4C72-7D94FC92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DBEBDC-AA4C-6C2B-E5C9-82F85AB1A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0" r="-1" b="17792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9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56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95ACD-9CE6-DA81-F606-EA550430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FFBB3-5431-76B3-CCD6-70CFAF2F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245CF3-FD9C-CBAC-98B9-4FEF61865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" r="-1" b="17612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005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9708C-5196-6D07-0020-A21E69EE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F430F-1879-8DE9-2E82-9696F6BD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000672-E179-8A68-C5BA-0014D6EE7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" r="-1" b="13972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93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3D22A-B79A-A4BD-6508-78CD5B1B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22A42-277C-9243-0C06-045009AB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диаграмма, снимок экрана, карт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ED2C82-3955-E83A-3713-3CE6EB1C6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7" r="-1" b="15288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B8C0F-4E01-4C10-A861-0C16EB92D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60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78FD7-5036-49D4-A3D5-A68E8999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13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5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490DC-5BBA-A987-B99F-B587EDA5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Объект 2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CAAD31-12CC-CD76-17AB-494E74E1B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284" y="640081"/>
            <a:ext cx="5131647" cy="5054156"/>
          </a:xfrm>
          <a:prstGeom prst="rect">
            <a:avLst/>
          </a:prstGeom>
          <a:noFill/>
        </p:spPr>
      </p:pic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9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68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установил инструмент моделирования конфигурации сети Cisco Packet </a:t>
            </a:r>
            <a:r>
              <a:rPr lang="ru-RU" dirty="0" err="1"/>
              <a:t>Tracer</a:t>
            </a:r>
            <a:r>
              <a:rPr lang="ru-RU" dirty="0"/>
              <a:t>, ознакомился с его интерфейсом.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</TotalTime>
  <Words>122</Words>
  <Application>Microsoft Office PowerPoint</Application>
  <PresentationFormat>Широкоэкранный</PresentationFormat>
  <Paragraphs>25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Calibri</vt:lpstr>
      <vt:lpstr>Calibri Light</vt:lpstr>
      <vt:lpstr>Ретро</vt:lpstr>
      <vt:lpstr>Лабораторная работа №1 Администрирование локальных сетей </vt:lpstr>
      <vt:lpstr>Цель</vt:lpstr>
      <vt:lpstr>Задания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25</cp:revision>
  <dcterms:created xsi:type="dcterms:W3CDTF">2023-10-14T19:58:32Z</dcterms:created>
  <dcterms:modified xsi:type="dcterms:W3CDTF">2026-02-12T21:04:05Z</dcterms:modified>
</cp:coreProperties>
</file>